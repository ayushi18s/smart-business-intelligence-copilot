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Business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STRATEGIC SUMMARY</a:t>
            </a:r>
          </a:p>
          <a:p/>
          <a:p/>
          <a:p>
            <a:r>
              <a:t>🧠 EXECUTIVE AI ANALYST REPORT</a:t>
            </a:r>
          </a:p>
          <a:p/>
          <a:p>
            <a:r>
              <a:t>📊 BUSINESS PERFORMANCE</a:t>
            </a:r>
          </a:p>
          <a:p>
            <a:r>
              <a:t>💰 Total Sales: $2,297,201</a:t>
            </a:r>
          </a:p>
          <a:p>
            <a:r>
              <a:t>📈 Total Profit: $286,397</a:t>
            </a:r>
          </a:p>
          <a:p>
            <a:r>
              <a:t>🎯 Profit Margin: 12.47%</a:t>
            </a:r>
          </a:p>
          <a:p/>
          <a:p>
            <a:r>
              <a:t>🏆 TOP PERFORMERS</a:t>
            </a:r>
          </a:p>
          <a:p>
            <a:r>
              <a:t>• Best Region: West</a:t>
            </a:r>
          </a:p>
          <a:p>
            <a:r>
              <a:t>• Best Category: Technology</a:t>
            </a:r>
          </a:p>
          <a:p>
            <a:r>
              <a:t>• Top Customer: Sean Miller</a:t>
            </a:r>
          </a:p>
          <a:p/>
          <a:p>
            <a:r>
              <a:t>⚠️ UNDERPERFORMERS</a:t>
            </a:r>
          </a:p>
          <a:p>
            <a:r>
              <a:t>• Weak Region: Central</a:t>
            </a:r>
          </a:p>
          <a:p>
            <a:r>
              <a:t>• Weak Category: Furniture</a:t>
            </a:r>
          </a:p>
          <a:p/>
          <a:p>
            <a:r>
              <a:t>🧠 ROOT CAUSE SUMMARY</a:t>
            </a:r>
          </a:p>
          <a:p>
            <a:r>
              <a:t>Profit instability is primarily caused by uneven regional performance and category-level inefficiencies.</a:t>
            </a:r>
          </a:p>
          <a:p/>
          <a:p>
            <a:r>
              <a:t>📌 STRATEGIC RECOMMENDATIONS</a:t>
            </a:r>
          </a:p>
          <a:p>
            <a:r>
              <a:t>• Scale operations in West</a:t>
            </a:r>
          </a:p>
          <a:p>
            <a:r>
              <a:t>• Reduce dependency on low-margin categories</a:t>
            </a:r>
          </a:p>
          <a:p>
            <a:r>
              <a:t>• Strengthen customer retention for top buyers</a:t>
            </a:r>
          </a:p>
          <a:p>
            <a:r>
              <a:t>• Optimize pricing strategy in weak segments</a:t>
            </a:r>
          </a:p>
          <a:p/>
          <a:p>
            <a:r>
              <a:t>📈 BUSINESS OUTLOOK</a:t>
            </a:r>
          </a:p>
          <a:p>
            <a:r>
              <a:t>Company is stable but margin improvement opportunity exists through cost + discount optimization.</a:t>
            </a:r>
          </a:p>
          <a:p/>
          <a:p>
            <a:r>
              <a:t>⚡ CONFIDENCE: HIGH (based on historical dataset patterns)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